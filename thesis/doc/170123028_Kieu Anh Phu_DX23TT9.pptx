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7e82cfb7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7e82cfb7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phuka221076-git/csn-dx23tt9-kieuanhphu-webdulichdiaphuong-reactjs_lavarel_mysq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63075"/>
            <a:ext cx="8520600" cy="29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>
                <a:latin typeface="Times New Roman"/>
                <a:ea typeface="Times New Roman"/>
                <a:cs typeface="Times New Roman"/>
                <a:sym typeface="Times New Roman"/>
              </a:rPr>
              <a:t>TRƯỜNG ĐẠI HỌC TRÀ VINH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>
                <a:latin typeface="Times New Roman"/>
                <a:ea typeface="Times New Roman"/>
                <a:cs typeface="Times New Roman"/>
                <a:sym typeface="Times New Roman"/>
              </a:rPr>
              <a:t>KHOA KỸ THUẬT VÀ CÔNG NGHỆ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>
                <a:latin typeface="Times New Roman"/>
                <a:ea typeface="Times New Roman"/>
                <a:cs typeface="Times New Roman"/>
                <a:sym typeface="Times New Roman"/>
              </a:rPr>
              <a:t>ĐỒ ÁN THỰC TẬP SƠ SỞ NGÀNH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vi" sz="2000">
                <a:latin typeface="Times New Roman"/>
                <a:ea typeface="Times New Roman"/>
                <a:cs typeface="Times New Roman"/>
                <a:sym typeface="Times New Roman"/>
              </a:rPr>
              <a:t>THIẾT KẾ ỨNG DỤNG WEB PHỤC VỤ TRA CỨU THÔNG TIN CÁC ĐIỂM DU LỊCH THEO ĐỊA PHƯƠNG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150" y="803350"/>
            <a:ext cx="100965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Link chứa source code và báo cáo: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github: </a:t>
            </a:r>
            <a:r>
              <a:rPr lang="vi" u="sng">
                <a:solidFill>
                  <a:schemeClr val="hlink"/>
                </a:solidFill>
                <a:hlinkClick r:id="rId3"/>
              </a:rPr>
              <a:t>https://github.com/phuka221076-git/csn-dx23tt9-kieuanhphu-webdulichdiaphuong-reactjs_lavarel_mysql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hoặc google drive: https://drive.google.com/file/d/18WwJ0MlDZhOLGYQDqKFNzYzAnbUGx4Mj/view?usp=sharing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